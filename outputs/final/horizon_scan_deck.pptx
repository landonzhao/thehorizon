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briefing: strategic AI-cyber threat horizon scan for this reporting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findings, source volume, and the top threat signals this reporting period.. Key points: Agentic AI Threats: Rethinking organizational design in the age of agentic AI. Published b; AI-Enabled Threats: Anthropic introduced Claude Mythos Preview, a new large language model. Communicate headline findings to decision-makers who may not read the full deck. Reference total source volume, category split, and most significant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AI-cyber threat landscape distributed across four offensive categories.. Key points: The AI-cyber threat landscape distributed across four offensive categories.. Show the overall shape of the intelligence corpus: category distribution, maturity of threats, and which AI system layers are most exposed.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sources identified in agentic ai threats this reporting period, with 0 classified as must-read priority.. Transition into the Agentic AI Threats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Rethinking organizational design in the age of agentic AI. Published by MIT Technology Review.. Key points: Rethinking organizational design in the age of agentic AI. Published by MIT Tech; Detectify brings AppSec automation to AI agents with MCP Server and continuous t; Conifers rolls out AI-powered SOC for unified security operations and automated . MIT Technology Review reports: Rethinking organizational design in the age of agentic AI. Published by MIT Technology Review. Explain the dominant pattern in Agentic AI Threats. Reference specific evidence. State strategic implication for defenders.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sources identified in ai enabled threats this reporting period, with 0 classified as must-read priority.. Transition into the AI-Enabled Threats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introduced Claude Mythos Preview, a new large language model.. Key points: Anthropic introduced Claude Mythos Preview, a new large language model.; Megalodon malware infected thousands of GitHub repositories.; Charter Communications suffered a data breach.. Help Net Security reports: Anthropic introduced Claude Mythos Preview, a new large language model. Explain the dominant pattern in AI-Enabled Threats. Reference specific evidence. State strategic implication for defenders.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threats are converging — offensive AI, LLM attacks, and agentic risks reinforce each other.. Key points: AI threats are converging — offensive AI, LLM attacks, and agentic risks reinforce each other.. Connect the dots across categories. Show shared attack surfaces, compounding risks, and convergent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threats expected to escalate or operationalize in the next 3–6 months.. Key points: Outlook: Continued activity expected in agentic ai threats. Monitor high-priori. Give decision-makers actionable foresight: which specific techniques, actors, or vectors are on a trajectory to escalate. All statements must be backed by current evidence trajectory.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priorities for AI-aware defenders in the current threat environment.. Key points: Top priorities for AI-aware defenders in the current threat environment.. Leave the audience with 3–5 concrete defender priorities. Synthesize across categories — do not repeat individual insights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transparency on methodology, source selection criteria, and trust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77640"/>
            <a:ext cx="12188952" cy="54864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087368"/>
            <a:ext cx="118872" cy="118872"/>
          </a:xfrm>
          <a:prstGeom prst="ellipse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4087368"/>
            <a:ext cx="118872" cy="118872"/>
          </a:xfrm>
          <a:prstGeom prst="ellipse">
            <a:avLst/>
          </a:prstGeom>
          <a:solidFill>
            <a:srgbClr val="9C62A7"/>
          </a:solidFill>
          <a:ln w="12700">
            <a:solidFill>
              <a:srgbClr val="9C62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4087368"/>
            <a:ext cx="118872" cy="118872"/>
          </a:xfrm>
          <a:prstGeom prst="ellipse">
            <a:avLst/>
          </a:prstGeom>
          <a:solidFill>
            <a:srgbClr val="19BC9D"/>
          </a:solidFill>
          <a:ln w="12700">
            <a:solidFill>
              <a:srgbClr val="19BC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4087368"/>
            <a:ext cx="118872" cy="118872"/>
          </a:xfrm>
          <a:prstGeom prst="ellipse">
            <a:avLst/>
          </a:prstGeom>
          <a:solidFill>
            <a:srgbClr val="FFAA22"/>
          </a:solidFill>
          <a:ln w="12700">
            <a:solidFill>
              <a:srgbClr val="FFAA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107259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strategic horizon scan of emerging AI cyber threats.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AI Cyber Threat Horizon Scan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May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02952" y="6263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14574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0"/>
          </a:xfrm>
          <a:prstGeom prst="line">
            <a:avLst/>
          </a:prstGeom>
          <a:noFill/>
          <a:ln w="25400">
            <a:solidFill>
              <a:srgbClr val="358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1457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findings, source volume, and the top threat signals this reporting period.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708910" cy="1371600"/>
          </a:xfrm>
          <a:prstGeom prst="rect">
            <a:avLst/>
          </a:prstGeom>
          <a:solidFill>
            <a:srgbClr val="9C62A7"/>
          </a:solidFill>
          <a:ln w="12700">
            <a:solidFill>
              <a:srgbClr val="9C62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20240"/>
            <a:ext cx="27089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2708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708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4398" y="1874520"/>
            <a:ext cx="2708910" cy="1371600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4398" y="1920240"/>
            <a:ext cx="27089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184398" y="2606040"/>
            <a:ext cx="2708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84398" y="2834640"/>
            <a:ext cx="2708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Threats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03036" y="1874520"/>
            <a:ext cx="2708910" cy="1371600"/>
          </a:xfrm>
          <a:prstGeom prst="rect">
            <a:avLst/>
          </a:prstGeom>
          <a:solidFill>
            <a:srgbClr val="19BC9D"/>
          </a:solidFill>
          <a:ln w="12700">
            <a:solidFill>
              <a:srgbClr val="19BC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3036" y="1920240"/>
            <a:ext cx="27089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003036" y="2606040"/>
            <a:ext cx="2708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03036" y="2834640"/>
            <a:ext cx="2708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21674" y="1874520"/>
            <a:ext cx="2708910" cy="1371600"/>
          </a:xfrm>
          <a:prstGeom prst="rect">
            <a:avLst/>
          </a:prstGeom>
          <a:solidFill>
            <a:srgbClr val="FFAA22"/>
          </a:solidFill>
          <a:ln w="12700">
            <a:solidFill>
              <a:srgbClr val="FFA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1674" y="1920240"/>
            <a:ext cx="27089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821674" y="2606040"/>
            <a:ext cx="2708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821674" y="2834640"/>
            <a:ext cx="2708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401568"/>
            <a:ext cx="1145743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Threats: Rethinking organizational design in the age of agentic AI. Published b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Threats: Anthropic introduced Claude Mythos Preview, a new large language model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4987"/>
          </a:solidFill>
          <a:ln w="12700">
            <a:solidFill>
              <a:srgbClr val="0049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14574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Threat Landscape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0"/>
          </a:xfrm>
          <a:prstGeom prst="line">
            <a:avLst/>
          </a:prstGeom>
          <a:noFill/>
          <a:ln w="25400">
            <a:solidFill>
              <a:srgbClr val="358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1457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AI-cyber threat landscape distributed across four offensive categories.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145743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AI-cyber threat landscape distributed across four offensive categories.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987"/>
          </a:solidFill>
          <a:ln w="12700">
            <a:solidFill>
              <a:srgbClr val="0049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BC9D"/>
          </a:solidFill>
          <a:ln w="12700">
            <a:solidFill>
              <a:srgbClr val="19BC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45920"/>
            <a:ext cx="110002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AI Threats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3840480"/>
            <a:ext cx="110002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 identified in agentic ai threats this reporting period, with 0 classified as must-read priority.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4987"/>
          </a:solidFill>
          <a:ln w="12700">
            <a:solidFill>
              <a:srgbClr val="0049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14574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AI Threats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0"/>
          </a:xfrm>
          <a:prstGeom prst="line">
            <a:avLst/>
          </a:prstGeom>
          <a:noFill/>
          <a:ln w="25400">
            <a:solidFill>
              <a:srgbClr val="358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Rethinking organizational design in the age of agentic AI. Published by MIT Technology Review.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642951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organizational design in the age of agentic AI. Published by MIT Tech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Detectify brings AppSec automation to AI agents with MCP Server and continuous 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Conifers rolls out AI-powered SOC for unified security operations and automated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78152" y="1828800"/>
            <a:ext cx="511936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1304" y="1865376"/>
            <a:ext cx="4973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78152" y="2194560"/>
            <a:ext cx="511936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78152" y="2194560"/>
            <a:ext cx="54864" cy="1188720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69592" y="2258568"/>
            <a:ext cx="4954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58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TECHNOLOGY REVIEW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069592" y="2450592"/>
            <a:ext cx="4954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organizational design in the age of agentic AI. Published by MIT Technology Review.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78152" y="3456432"/>
            <a:ext cx="511936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78152" y="3456432"/>
            <a:ext cx="54864" cy="1188720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9592" y="3520440"/>
            <a:ext cx="4954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58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NET SECURITY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069592" y="3712464"/>
            <a:ext cx="4954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Detectify brings AppSec automation to AI agents with MCP Server and continuous testing. Published by Help Net Security.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78152" y="4718304"/>
            <a:ext cx="511936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78152" y="4718304"/>
            <a:ext cx="54864" cy="1188720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9592" y="4782312"/>
            <a:ext cx="4954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58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NET SECURITY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069592" y="4974336"/>
            <a:ext cx="4954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Conifers rolls out AI-powered SOC for unified security operations and automated response. Published by Help Net Security.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Technology Review — Rethinking organizational design in the age of agentic AI (https://www.technologyreview.com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987"/>
          </a:solidFill>
          <a:ln w="12700">
            <a:solidFill>
              <a:srgbClr val="0049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AA22"/>
          </a:solidFill>
          <a:ln w="12700">
            <a:solidFill>
              <a:srgbClr val="FFAA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45920"/>
            <a:ext cx="110002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AI-Enabled Threats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3840480"/>
            <a:ext cx="110002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sources identified in ai enabled threats this reporting period, with 0 classified as must-read priority.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4987"/>
          </a:solidFill>
          <a:ln w="12700">
            <a:solidFill>
              <a:srgbClr val="0049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14574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AI-Enabled Threats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0"/>
          </a:xfrm>
          <a:prstGeom prst="line">
            <a:avLst/>
          </a:prstGeom>
          <a:noFill/>
          <a:ln w="25400">
            <a:solidFill>
              <a:srgbClr val="358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Anthropic introduced Claude Mythos Preview, a new large language model.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642951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introduced Claude Mythos Preview, a new large language model.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Megalodon malware infected thousands of GitHub repositories.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Communications suffered a data breach.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78152" y="1828800"/>
            <a:ext cx="511936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1304" y="1865376"/>
            <a:ext cx="4973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78152" y="2194560"/>
            <a:ext cx="511936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78152" y="2194560"/>
            <a:ext cx="54864" cy="1188720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69592" y="2258568"/>
            <a:ext cx="4954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58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NET SECURITY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069592" y="2450592"/>
            <a:ext cx="4954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introduced Claude Mythos Preview, a new large language model.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78152" y="3456432"/>
            <a:ext cx="511936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78152" y="3456432"/>
            <a:ext cx="54864" cy="1188720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9592" y="3520440"/>
            <a:ext cx="4954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58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READING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069592" y="3712464"/>
            <a:ext cx="4954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Megalodon malware infected thousands of GitHub repositories.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78152" y="4718304"/>
            <a:ext cx="511936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78152" y="4718304"/>
            <a:ext cx="54864" cy="1188720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9592" y="4782312"/>
            <a:ext cx="4954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58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BLEEPINGCOMPUTER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069592" y="4974336"/>
            <a:ext cx="4954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Communications suffered a data breach.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Net Security — Anthropic: Claude Mythos identified 10,000+ software flaws (https://www.helpnetsecurity.com/202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4987"/>
          </a:solidFill>
          <a:ln w="12700">
            <a:solidFill>
              <a:srgbClr val="0049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14574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Cross-Category Convergence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0"/>
          </a:xfrm>
          <a:prstGeom prst="line">
            <a:avLst/>
          </a:prstGeom>
          <a:noFill/>
          <a:ln w="25400">
            <a:solidFill>
              <a:srgbClr val="358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1457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threats are converging — offensive AI, LLM attacks, and agentic risks reinforce each other.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642951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threats are converging — offensive AI, LLM attacks, and agentic risks reinforce each other.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14574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Six-Month Outlook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0"/>
          </a:xfrm>
          <a:prstGeom prst="line">
            <a:avLst/>
          </a:prstGeom>
          <a:noFill/>
          <a:ln w="25400">
            <a:solidFill>
              <a:srgbClr val="358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1457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threats expected to escalate or operationalize in the next 3–6 months.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3666744" cy="384048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11096"/>
            <a:ext cx="3666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313432"/>
            <a:ext cx="353872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Outlook: Continued activity expected in agentic ai threats. Monitor high-priori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23944" y="1874520"/>
            <a:ext cx="3666744" cy="384048"/>
          </a:xfrm>
          <a:prstGeom prst="rect">
            <a:avLst/>
          </a:prstGeom>
          <a:solidFill>
            <a:srgbClr val="FFAA22"/>
          </a:solidFill>
          <a:ln w="12700">
            <a:solidFill>
              <a:srgbClr val="FFA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1911096"/>
            <a:ext cx="3666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15384" y="2404872"/>
            <a:ext cx="3483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developments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82128" y="1874520"/>
            <a:ext cx="3666744" cy="384048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911096"/>
            <a:ext cx="3666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73568" y="2404872"/>
            <a:ext cx="3483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developments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1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45720"/>
          </a:xfrm>
          <a:prstGeom prst="rect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219456" cy="219456"/>
          </a:xfrm>
          <a:prstGeom prst="ellipse">
            <a:avLst/>
          </a:prstGeom>
          <a:solidFill>
            <a:srgbClr val="3583C9"/>
          </a:solidFill>
          <a:ln w="12700">
            <a:solidFill>
              <a:srgbClr val="358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7160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priorities for AI-aware defenders in the current threat environment.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4987"/>
          </a:solidFill>
          <a:ln w="12700">
            <a:solidFill>
              <a:srgbClr val="0049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Sources &amp; Methodology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[ai enabled threats] Anthropic: Claude Mythos identified 10,000+ software flaws 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140196" y="960120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[ai enabled threats] Feeding Frenzy: 'Megalodon' Malware Infects Thousands of Gi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1399032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[ai enabled threats] Charter confirms data breach after ShinyHunters extortion 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140196" y="1399032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[agentic ai threats] Rethinking organizational design in the age of agentic AI —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[unclear or adjacent] The Hackers Behind Shai-Hulud: Lucky or Skilled? — Dark 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140196" y="1837944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[agentic ai threats] Detectify brings AppSec automation to AI agents with MCP Se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2276856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[agentic ai threats] Conifers rolls out AI-powered SOC for unified security oper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140196" y="2276856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[unclear or adjacent] KnowledgeDeliver flaw exploited as a zero-day to install w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2715768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[unclear or adjacent] Microsoft Issues Out-of-Band SharePoint Patch — Dark Readi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40196" y="2715768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[unclear or adjacent] MuddyWater Uses DLL Side-Loading in Espionage Campaign Tar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3154680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[unclear or adjacent] Microsoft Copilot Cowork Exfiltrates Files — Simon Williso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40196" y="3154680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[unclear or adjacent] Quoting Paul Graham — Simon Willison (https://simonwilliso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3593592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[unclear or adjacent] Chinese phishing gangs grow into a force to be reckoned wi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40196" y="3593592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[unclear or adjacent] How Varonis Atlas integrates Claude Compliance API for AI 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4032504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[unclear or adjacent] AppOmni’s Marlin AI Brings Autonomous Investigation to Saa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40196" y="4032504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[unclear or adjacent] Actively exploited Trend Micro Apex One flaw gets CISA war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" y="4471416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[unclear or adjacent] Iranian APT Targets Aviation, Software Companies With Upda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40196" y="4471416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[unclear or adjacent] Microsoft Defender can now automatically isolate hacked en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4910328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[unclear or adjacent] Webinar: Too many tools are slowing network incident respo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40196" y="4910328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[unclear or adjacent] The Download: puncturing the AI jobs panic — MIT Technolog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" y="5349240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[unclear or adjacent] Remembering Tim Wilson, Whose Legacy Lives on at Dark Read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40196" y="5349240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[unclear or adjacent] ABB AbilityTM Zenon Remote Transport Vulnerability — CISA 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5760" y="5788152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[unclear or adjacent] ABB Terra AC — CISA (https://www.cisa.gov/news-events/ics-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40196" y="5788152"/>
            <a:ext cx="57287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[unclear or adjacent] ABB AC500 V2 — CISA (https://www.cisa.gov/news-events/ics-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628632" y="6565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A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64031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The Horizon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Cyber Threat Horizon Scan</dc:title>
  <dc:subject>AI Cyber Threat Horizon Scan</dc:subject>
  <dc:creator>The Horizon — AI Threat Intelligence Platform</dc:creator>
  <cp:lastModifiedBy>The Horizon — AI Threat Intelligence Platform</cp:lastModifiedBy>
  <cp:revision>1</cp:revision>
  <dcterms:created xsi:type="dcterms:W3CDTF">2026-05-27T13:02:21Z</dcterms:created>
  <dcterms:modified xsi:type="dcterms:W3CDTF">2026-05-27T13:02:21Z</dcterms:modified>
</cp:coreProperties>
</file>